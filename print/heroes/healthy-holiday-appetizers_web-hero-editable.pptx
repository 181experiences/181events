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lthy-holiday-appetizers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Healthy Holiday Appetizers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