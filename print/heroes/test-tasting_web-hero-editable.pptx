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est-tasting_st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651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7F4EF"/>
                </a:solidFill>
                <a:latin typeface="Georgia"/>
              </a:rPr>
              <a:t>Test Tasting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8A094"/>
                </a:solidFill>
                <a:latin typeface="Hanken Grotesk"/>
              </a:rPr>
              <a:t>1 8 1   F R E M O N 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