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-night-in-mexico-city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A Night in Mexico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