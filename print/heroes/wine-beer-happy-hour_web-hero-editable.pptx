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ne-beer-happy-hour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Wine &amp; Beer Happy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