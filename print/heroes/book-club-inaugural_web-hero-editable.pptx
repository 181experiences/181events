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ook-club-inaugural_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Book Club: Inaugural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