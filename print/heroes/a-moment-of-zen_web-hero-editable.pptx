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-moment-of-zen_web-he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265176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>
                <a:solidFill>
                  <a:srgbClr val="F7F4EF"/>
                </a:solidFill>
                <a:latin typeface="Georgia"/>
              </a:rPr>
              <a:t>A Moment of Zen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38912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A8A094"/>
                </a:solidFill>
                <a:latin typeface="Hanken Grotesk"/>
              </a:rPr>
              <a:t>1 8 1   F R E M O N 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