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ss-wall-workshop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Moss Wall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