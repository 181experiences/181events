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natural-skincare-sugar-scrubs_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Natural Skincare: Sugar Scrubs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