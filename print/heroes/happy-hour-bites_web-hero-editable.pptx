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ppy-hour-bites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Happy Hour &amp; Bites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