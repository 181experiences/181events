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nday-brunch_we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Sunday Brunch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