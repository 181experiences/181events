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fe-181_web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Café 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