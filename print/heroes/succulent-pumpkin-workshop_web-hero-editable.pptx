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cculent-pumpkin-workshop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Succulent Pumpkin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